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NETWORK SECURITY SIMULATION</a:t>
            </a:r>
          </a:p>
          <a:p>
            <a:r>
              <a:t>Using Cisco Packet Tracer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Presented by</a:t>
            </a:r>
            <a:br/>
            <a:r>
              <a:t>PATEL DHRUV SURESHBHAI</a:t>
            </a:r>
            <a:br/>
            <a:r>
              <a:t>Electrical Engineering</a:t>
            </a:r>
            <a:br/>
            <a:r>
              <a:t>Government Polytechnic Vyara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Network security protects computers, servers and data from unauthorized access and cyber attacks.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Organizations need a secure network to prevent unauthorized users from accessing sensitive resources.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Understand network security</a:t>
            </a:r>
            <a:br/>
            <a:r>
              <a:t>• Create a LAN in Cisco Packet Tracer</a:t>
            </a:r>
            <a:br/>
            <a:r>
              <a:t>• Configure a Firewall using ACL</a:t>
            </a:r>
            <a:br/>
            <a:r>
              <a:t>• Verify secure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Cisco Packet Tracer</a:t>
            </a:r>
            <a:br/>
            <a:r>
              <a:t>• Router</a:t>
            </a:r>
            <a:br/>
            <a:r>
              <a:t>• Switch</a:t>
            </a:r>
            <a:br/>
            <a:r>
              <a:t>• PCs</a:t>
            </a:r>
            <a:br/>
            <a:r>
              <a:t>• Server</a:t>
            </a:r>
            <a:br/>
            <a:r>
              <a:t>• Ethernet Cables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Internet/Router → Switch → PC1, PC2, Server</a:t>
            </a:r>
            <a:br/>
            <a:r>
              <a:t>PC1: Authorized</a:t>
            </a:r>
            <a:br/>
            <a:r>
              <a:t>PC2: Unauthorized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 (ACL)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Permit PC1 to access Server</a:t>
            </a:r>
            <a:br/>
            <a:r>
              <a:t>Deny PC2 from accessing Server</a:t>
            </a:r>
            <a:br/>
            <a:r>
              <a:t>Permit remaining traffic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Ping test:</a:t>
            </a:r>
            <a:br/>
            <a:r>
              <a:t>✓ PC1 → Server : Success</a:t>
            </a:r>
            <a:br/>
            <a:r>
              <a:t>✗ PC2 → Server : Blocked</a:t>
            </a:r>
            <a:br/>
            <a:r>
              <a:t>Firewall works successfully.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Improved security</a:t>
            </a:r>
            <a:br/>
            <a:r>
              <a:t>• Easy learning environment</a:t>
            </a:r>
            <a:br/>
            <a:r>
              <a:t>• Useful for educational labs</a:t>
            </a:r>
            <a:br/>
            <a:r>
              <a:t>• Can be expanded with IDS/VPN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Cisco Packet Tracer provides a simple way to learn firewall configuration and network security without coding.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